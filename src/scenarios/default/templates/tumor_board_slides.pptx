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_bar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73152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Patient Overview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7C91"/>
                </a:solidFill>
              </a:defRPr>
            </a:pPr>
            <a:r>
              <a:t>FIGO Stage | Molecular Profile | 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371600" cy="45720"/>
          </a:xfrm>
          <a:prstGeom prst="rect">
            <a:avLst/>
          </a:prstGeom>
          <a:solidFill>
            <a:srgbClr val="007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dy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</a:p>
        </p:txBody>
      </p:sp>
      <p:sp>
        <p:nvSpPr>
          <p:cNvPr id="7" name="footer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</a:defRPr>
            </a:pPr>
            <a:r>
              <a:t>GYN Oncology Tumor 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Clinical Findings</a:t>
            </a:r>
          </a:p>
        </p:txBody>
      </p:sp>
      <p:sp>
        <p:nvSpPr>
          <p:cNvPr id="4" name="body_left"/>
          <p:cNvSpPr txBox="1"/>
          <p:nvPr/>
        </p:nvSpPr>
        <p:spPr>
          <a:xfrm>
            <a:off x="7315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</a:p>
        </p:txBody>
      </p:sp>
      <p:sp>
        <p:nvSpPr>
          <p:cNvPr id="5" name="chart_title"/>
          <p:cNvSpPr txBox="1"/>
          <p:nvPr/>
        </p:nvSpPr>
        <p:spPr>
          <a:xfrm>
            <a:off x="685800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C91"/>
                </a:solidFill>
              </a:defRPr>
            </a:pPr>
            <a:r>
              <a:t>Tumor Marker Trend</a:t>
            </a:r>
          </a:p>
        </p:txBody>
      </p:sp>
      <p:sp>
        <p:nvSpPr>
          <p:cNvPr id="6" name="chart_area"/>
          <p:cNvSpPr/>
          <p:nvPr/>
        </p:nvSpPr>
        <p:spPr>
          <a:xfrm>
            <a:off x="6858000" y="1828800"/>
            <a:ext cx="484632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ooter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</a:defRPr>
            </a:pPr>
            <a:r>
              <a:t>GYN Oncology Tumor 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Treatment Plan &amp; Clinical Trials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007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dy"/>
          <p:cNvSpPr txBox="1"/>
          <p:nvPr/>
        </p:nvSpPr>
        <p:spPr>
          <a:xfrm>
            <a:off x="731520" y="14630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</a:p>
        </p:txBody>
      </p:sp>
      <p:sp>
        <p:nvSpPr>
          <p:cNvPr id="6" name="trials_header"/>
          <p:cNvSpPr txBox="1"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C91"/>
                </a:solidFill>
              </a:defRPr>
            </a:pPr>
            <a:r>
              <a:t>Eligible Clinical Trials</a:t>
            </a:r>
          </a:p>
        </p:txBody>
      </p:sp>
      <p:sp>
        <p:nvSpPr>
          <p:cNvPr id="7" name="trials_body"/>
          <p:cNvSpPr txBox="1"/>
          <p:nvPr/>
        </p:nvSpPr>
        <p:spPr>
          <a:xfrm>
            <a:off x="731520" y="5212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</a:p>
        </p:txBody>
      </p:sp>
      <p:sp>
        <p:nvSpPr>
          <p:cNvPr id="8" name="footer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</a:defRPr>
            </a:pPr>
            <a:r>
              <a:t>GYN Oncology Tumor 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